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7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A589EE-0DB3-472C-BBA7-2449DDB8A4BE}">
          <p14:sldIdLst>
            <p14:sldId id="256"/>
            <p14:sldId id="272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0" autoAdjust="0"/>
  </p:normalViewPr>
  <p:slideViewPr>
    <p:cSldViewPr>
      <p:cViewPr varScale="1">
        <p:scale>
          <a:sx n="75" d="100"/>
          <a:sy n="75" d="100"/>
        </p:scale>
        <p:origin x="854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12/26/2024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12/26/2024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3200400"/>
            <a:ext cx="10591800" cy="762000"/>
          </a:xfrm>
        </p:spPr>
        <p:txBody>
          <a:bodyPr>
            <a:normAutofit/>
          </a:bodyPr>
          <a:lstStyle/>
          <a:p>
            <a:r>
              <a:rPr lang="en-US" dirty="0"/>
              <a:t>Natural Language Processing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Nayyar Iqbal, </a:t>
            </a:r>
            <a:r>
              <a:rPr lang="en-US"/>
              <a:t>Assistant Professor </a:t>
            </a:r>
            <a:r>
              <a:rPr lang="en-US" dirty="0"/>
              <a:t>Department of Computer Science            </a:t>
            </a:r>
            <a:endParaRPr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1CFD33-6CDF-42C5-ADEF-2C50FFAF2171}"/>
              </a:ext>
            </a:extLst>
          </p:cNvPr>
          <p:cNvSpPr txBox="1">
            <a:spLocks/>
          </p:cNvSpPr>
          <p:nvPr/>
        </p:nvSpPr>
        <p:spPr bwMode="white">
          <a:xfrm>
            <a:off x="1066800" y="3733800"/>
            <a:ext cx="105918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/>
              <a:t>Practical 1</a:t>
            </a:r>
            <a:r>
              <a:rPr lang="en-US" dirty="0"/>
              <a:t>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3D7B9E4-4698-496E-9F03-51327B604D93}"/>
              </a:ext>
            </a:extLst>
          </p:cNvPr>
          <p:cNvSpPr txBox="1">
            <a:spLocks/>
          </p:cNvSpPr>
          <p:nvPr/>
        </p:nvSpPr>
        <p:spPr bwMode="white">
          <a:xfrm>
            <a:off x="8382000" y="3924300"/>
            <a:ext cx="31242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BS(SE) 5</a:t>
            </a:r>
            <a:r>
              <a:rPr lang="en-US" baseline="30000" dirty="0"/>
              <a:t>th</a:t>
            </a:r>
            <a:r>
              <a:rPr lang="en-US" dirty="0"/>
              <a:t> Semester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AFC4-37DC-469A-BDA3-8C6FFFAB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400"/>
            <a:ext cx="9144000" cy="11430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Detect Language of Text</a:t>
            </a:r>
            <a:endParaRPr lang="en-PK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69807-C21C-49C0-8F07-A3C2F9F27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3581400"/>
            <a:ext cx="7772400" cy="190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Python Practical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231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B1C43134-48A6-633F-D19D-0B26F70F8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1600200"/>
            <a:ext cx="9144000" cy="40829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4A1CD1-43CE-06F0-7A6A-FCBD96C9729F}"/>
              </a:ext>
            </a:extLst>
          </p:cNvPr>
          <p:cNvSpPr txBox="1"/>
          <p:nvPr/>
        </p:nvSpPr>
        <p:spPr>
          <a:xfrm>
            <a:off x="1219200" y="1143000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pip install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nltk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langid</a:t>
            </a:r>
            <a:endParaRPr lang="en-PK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468775DC-C458-452B-B494-CBFA066AAFA0}" vid="{10EEBE7C-0769-4F35-B6EB-5940E3BEB5F4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1566889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2012-05-23T08:44:00+00:00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TP102901017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836753</LocLastLocAttemptVersionLookup>
    <IsSearchable xmlns="4873beb7-5857-4685-be1f-d57550cc96cc">true</IsSearchable>
    <TemplateTemplateType xmlns="4873beb7-5857-4685-be1f-d57550cc96cc">PowerPoint Design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REDMOND\v-anij</DisplayName>
        <AccountId>2469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098515-0C12-46CF-BC7C-69B4A13CD5FA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4873beb7-5857-4685-be1f-d57550cc96cc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46CFF6F-D9AA-4BC0-911A-0A13567719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5C6E15-39DC-470B-9445-F754B94580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681</TotalTime>
  <Words>32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Candara</vt:lpstr>
      <vt:lpstr>Consolas</vt:lpstr>
      <vt:lpstr>Times New Roman</vt:lpstr>
      <vt:lpstr>Tech Computer 16x9</vt:lpstr>
      <vt:lpstr>Natural Language Processing</vt:lpstr>
      <vt:lpstr>Detect Language of Text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Set Extraction</dc:title>
  <dc:creator>USMAN RAFI</dc:creator>
  <cp:lastModifiedBy>nayyar</cp:lastModifiedBy>
  <cp:revision>165</cp:revision>
  <dcterms:created xsi:type="dcterms:W3CDTF">2019-02-28T17:51:33Z</dcterms:created>
  <dcterms:modified xsi:type="dcterms:W3CDTF">2024-12-26T04:11:56Z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